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Abritta Promover" userId="cc619cf5466642a5" providerId="LiveId" clId="{CC863C7F-544F-46EF-99A7-68C78E5BF9F1}"/>
    <pc:docChg chg="delSld">
      <pc:chgData name="André Abritta Promover" userId="cc619cf5466642a5" providerId="LiveId" clId="{CC863C7F-544F-46EF-99A7-68C78E5BF9F1}" dt="2026-08-25T19:10:43.475" v="4" actId="47"/>
      <pc:docMkLst>
        <pc:docMk/>
      </pc:docMkLst>
      <pc:sldChg chg="del">
        <pc:chgData name="André Abritta Promover" userId="cc619cf5466642a5" providerId="LiveId" clId="{CC863C7F-544F-46EF-99A7-68C78E5BF9F1}" dt="2026-08-25T19:10:21.841" v="0" actId="47"/>
        <pc:sldMkLst>
          <pc:docMk/>
          <pc:sldMk cId="4037409938" sldId="256"/>
        </pc:sldMkLst>
      </pc:sldChg>
      <pc:sldChg chg="del">
        <pc:chgData name="André Abritta Promover" userId="cc619cf5466642a5" providerId="LiveId" clId="{CC863C7F-544F-46EF-99A7-68C78E5BF9F1}" dt="2026-08-25T19:10:21.841" v="0" actId="47"/>
        <pc:sldMkLst>
          <pc:docMk/>
          <pc:sldMk cId="1639124561" sldId="257"/>
        </pc:sldMkLst>
      </pc:sldChg>
      <pc:sldChg chg="del">
        <pc:chgData name="André Abritta Promover" userId="cc619cf5466642a5" providerId="LiveId" clId="{CC863C7F-544F-46EF-99A7-68C78E5BF9F1}" dt="2026-08-25T19:10:21.841" v="0" actId="47"/>
        <pc:sldMkLst>
          <pc:docMk/>
          <pc:sldMk cId="1891988721" sldId="258"/>
        </pc:sldMkLst>
      </pc:sldChg>
      <pc:sldChg chg="del">
        <pc:chgData name="André Abritta Promover" userId="cc619cf5466642a5" providerId="LiveId" clId="{CC863C7F-544F-46EF-99A7-68C78E5BF9F1}" dt="2026-08-25T19:10:21.841" v="0" actId="47"/>
        <pc:sldMkLst>
          <pc:docMk/>
          <pc:sldMk cId="598502716" sldId="259"/>
        </pc:sldMkLst>
      </pc:sldChg>
      <pc:sldChg chg="del">
        <pc:chgData name="André Abritta Promover" userId="cc619cf5466642a5" providerId="LiveId" clId="{CC863C7F-544F-46EF-99A7-68C78E5BF9F1}" dt="2026-08-25T19:10:21.841" v="0" actId="47"/>
        <pc:sldMkLst>
          <pc:docMk/>
          <pc:sldMk cId="3390233939" sldId="260"/>
        </pc:sldMkLst>
      </pc:sldChg>
      <pc:sldChg chg="del">
        <pc:chgData name="André Abritta Promover" userId="cc619cf5466642a5" providerId="LiveId" clId="{CC863C7F-544F-46EF-99A7-68C78E5BF9F1}" dt="2026-08-25T19:10:21.841" v="0" actId="47"/>
        <pc:sldMkLst>
          <pc:docMk/>
          <pc:sldMk cId="4278870495" sldId="261"/>
        </pc:sldMkLst>
      </pc:sldChg>
      <pc:sldChg chg="del">
        <pc:chgData name="André Abritta Promover" userId="cc619cf5466642a5" providerId="LiveId" clId="{CC863C7F-544F-46EF-99A7-68C78E5BF9F1}" dt="2026-08-25T19:10:21.841" v="0" actId="47"/>
        <pc:sldMkLst>
          <pc:docMk/>
          <pc:sldMk cId="3994226586" sldId="262"/>
        </pc:sldMkLst>
      </pc:sldChg>
      <pc:sldChg chg="del">
        <pc:chgData name="André Abritta Promover" userId="cc619cf5466642a5" providerId="LiveId" clId="{CC863C7F-544F-46EF-99A7-68C78E5BF9F1}" dt="2026-08-25T19:10:21.841" v="0" actId="47"/>
        <pc:sldMkLst>
          <pc:docMk/>
          <pc:sldMk cId="279134525" sldId="263"/>
        </pc:sldMkLst>
      </pc:sldChg>
      <pc:sldChg chg="del">
        <pc:chgData name="André Abritta Promover" userId="cc619cf5466642a5" providerId="LiveId" clId="{CC863C7F-544F-46EF-99A7-68C78E5BF9F1}" dt="2026-08-25T19:10:21.841" v="0" actId="47"/>
        <pc:sldMkLst>
          <pc:docMk/>
          <pc:sldMk cId="1548827816" sldId="264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1853201788" sldId="265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2650666388" sldId="266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1105210993" sldId="267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1072556290" sldId="268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1862659565" sldId="269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3658591601" sldId="270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2561308287" sldId="271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1665746124" sldId="272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1024421668" sldId="273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3142712677" sldId="274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415800842" sldId="275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3269985541" sldId="276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1920718292" sldId="277"/>
        </pc:sldMkLst>
      </pc:sldChg>
      <pc:sldChg chg="del">
        <pc:chgData name="André Abritta Promover" userId="cc619cf5466642a5" providerId="LiveId" clId="{CC863C7F-544F-46EF-99A7-68C78E5BF9F1}" dt="2026-08-25T19:10:30.340" v="1" actId="47"/>
        <pc:sldMkLst>
          <pc:docMk/>
          <pc:sldMk cId="2122946560" sldId="278"/>
        </pc:sldMkLst>
      </pc:sldChg>
      <pc:sldChg chg="del">
        <pc:chgData name="André Abritta Promover" userId="cc619cf5466642a5" providerId="LiveId" clId="{CC863C7F-544F-46EF-99A7-68C78E5BF9F1}" dt="2026-08-25T19:10:38.539" v="2" actId="47"/>
        <pc:sldMkLst>
          <pc:docMk/>
          <pc:sldMk cId="1108914531" sldId="279"/>
        </pc:sldMkLst>
      </pc:sldChg>
      <pc:sldChg chg="del">
        <pc:chgData name="André Abritta Promover" userId="cc619cf5466642a5" providerId="LiveId" clId="{CC863C7F-544F-46EF-99A7-68C78E5BF9F1}" dt="2026-08-25T19:10:38.539" v="2" actId="47"/>
        <pc:sldMkLst>
          <pc:docMk/>
          <pc:sldMk cId="2131596397" sldId="280"/>
        </pc:sldMkLst>
      </pc:sldChg>
      <pc:sldChg chg="del">
        <pc:chgData name="André Abritta Promover" userId="cc619cf5466642a5" providerId="LiveId" clId="{CC863C7F-544F-46EF-99A7-68C78E5BF9F1}" dt="2026-08-25T19:10:38.539" v="2" actId="47"/>
        <pc:sldMkLst>
          <pc:docMk/>
          <pc:sldMk cId="3800168326" sldId="281"/>
        </pc:sldMkLst>
      </pc:sldChg>
      <pc:sldChg chg="del">
        <pc:chgData name="André Abritta Promover" userId="cc619cf5466642a5" providerId="LiveId" clId="{CC863C7F-544F-46EF-99A7-68C78E5BF9F1}" dt="2026-08-25T19:10:38.539" v="2" actId="47"/>
        <pc:sldMkLst>
          <pc:docMk/>
          <pc:sldMk cId="2249758727" sldId="282"/>
        </pc:sldMkLst>
      </pc:sldChg>
      <pc:sldChg chg="del">
        <pc:chgData name="André Abritta Promover" userId="cc619cf5466642a5" providerId="LiveId" clId="{CC863C7F-544F-46EF-99A7-68C78E5BF9F1}" dt="2026-08-25T19:10:38.539" v="2" actId="47"/>
        <pc:sldMkLst>
          <pc:docMk/>
          <pc:sldMk cId="2457396298" sldId="283"/>
        </pc:sldMkLst>
      </pc:sldChg>
      <pc:sldChg chg="del">
        <pc:chgData name="André Abritta Promover" userId="cc619cf5466642a5" providerId="LiveId" clId="{CC863C7F-544F-46EF-99A7-68C78E5BF9F1}" dt="2026-08-25T19:10:38.539" v="2" actId="47"/>
        <pc:sldMkLst>
          <pc:docMk/>
          <pc:sldMk cId="563895400" sldId="284"/>
        </pc:sldMkLst>
      </pc:sldChg>
      <pc:sldChg chg="del">
        <pc:chgData name="André Abritta Promover" userId="cc619cf5466642a5" providerId="LiveId" clId="{CC863C7F-544F-46EF-99A7-68C78E5BF9F1}" dt="2026-08-25T19:10:38.539" v="2" actId="47"/>
        <pc:sldMkLst>
          <pc:docMk/>
          <pc:sldMk cId="3515725528" sldId="285"/>
        </pc:sldMkLst>
      </pc:sldChg>
      <pc:sldChg chg="del">
        <pc:chgData name="André Abritta Promover" userId="cc619cf5466642a5" providerId="LiveId" clId="{CC863C7F-544F-46EF-99A7-68C78E5BF9F1}" dt="2026-08-25T19:10:41.308" v="3" actId="47"/>
        <pc:sldMkLst>
          <pc:docMk/>
          <pc:sldMk cId="1545359853" sldId="287"/>
        </pc:sldMkLst>
      </pc:sldChg>
      <pc:sldChg chg="del">
        <pc:chgData name="André Abritta Promover" userId="cc619cf5466642a5" providerId="LiveId" clId="{CC863C7F-544F-46EF-99A7-68C78E5BF9F1}" dt="2026-08-25T19:10:38.539" v="2" actId="47"/>
        <pc:sldMkLst>
          <pc:docMk/>
          <pc:sldMk cId="685635918" sldId="288"/>
        </pc:sldMkLst>
      </pc:sldChg>
      <pc:sldChg chg="del">
        <pc:chgData name="André Abritta Promover" userId="cc619cf5466642a5" providerId="LiveId" clId="{CC863C7F-544F-46EF-99A7-68C78E5BF9F1}" dt="2026-08-25T19:10:38.539" v="2" actId="47"/>
        <pc:sldMkLst>
          <pc:docMk/>
          <pc:sldMk cId="2405644649" sldId="289"/>
        </pc:sldMkLst>
      </pc:sldChg>
      <pc:sldChg chg="del">
        <pc:chgData name="André Abritta Promover" userId="cc619cf5466642a5" providerId="LiveId" clId="{CC863C7F-544F-46EF-99A7-68C78E5BF9F1}" dt="2026-08-25T19:10:38.539" v="2" actId="47"/>
        <pc:sldMkLst>
          <pc:docMk/>
          <pc:sldMk cId="2023307732" sldId="290"/>
        </pc:sldMkLst>
      </pc:sldChg>
      <pc:sldChg chg="del">
        <pc:chgData name="André Abritta Promover" userId="cc619cf5466642a5" providerId="LiveId" clId="{CC863C7F-544F-46EF-99A7-68C78E5BF9F1}" dt="2026-08-25T19:10:38.539" v="2" actId="47"/>
        <pc:sldMkLst>
          <pc:docMk/>
          <pc:sldMk cId="2987632051" sldId="291"/>
        </pc:sldMkLst>
      </pc:sldChg>
      <pc:sldChg chg="del">
        <pc:chgData name="André Abritta Promover" userId="cc619cf5466642a5" providerId="LiveId" clId="{CC863C7F-544F-46EF-99A7-68C78E5BF9F1}" dt="2026-08-25T19:10:43.475" v="4" actId="47"/>
        <pc:sldMkLst>
          <pc:docMk/>
          <pc:sldMk cId="1188573891" sldId="29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3F45F-5266-436A-9B88-FA76C01730D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CB50-CF42-494A-98FF-5D5DA67F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968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3F45F-5266-436A-9B88-FA76C01730D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CB50-CF42-494A-98FF-5D5DA67F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285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3F45F-5266-436A-9B88-FA76C01730D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CB50-CF42-494A-98FF-5D5DA67F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537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3F45F-5266-436A-9B88-FA76C01730D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CB50-CF42-494A-98FF-5D5DA67F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35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3F45F-5266-436A-9B88-FA76C01730D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CB50-CF42-494A-98FF-5D5DA67F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44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3F45F-5266-436A-9B88-FA76C01730D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CB50-CF42-494A-98FF-5D5DA67F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19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3F45F-5266-436A-9B88-FA76C01730D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CB50-CF42-494A-98FF-5D5DA67F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728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3F45F-5266-436A-9B88-FA76C01730D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CB50-CF42-494A-98FF-5D5DA67F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964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3F45F-5266-436A-9B88-FA76C01730D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CB50-CF42-494A-98FF-5D5DA67F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2612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3F45F-5266-436A-9B88-FA76C01730D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CB50-CF42-494A-98FF-5D5DA67F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745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3F45F-5266-436A-9B88-FA76C01730D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CB50-CF42-494A-98FF-5D5DA67F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36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3F45F-5266-436A-9B88-FA76C01730D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7CB50-CF42-494A-98FF-5D5DA67F3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315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25996"/>
            <a:ext cx="12639101" cy="707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341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Conta da Microsoft</dc:creator>
  <cp:lastModifiedBy>André Abritta Promover</cp:lastModifiedBy>
  <cp:revision>7</cp:revision>
  <dcterms:created xsi:type="dcterms:W3CDTF">2026-08-17T12:23:22Z</dcterms:created>
  <dcterms:modified xsi:type="dcterms:W3CDTF">2026-08-25T19:10:52Z</dcterms:modified>
</cp:coreProperties>
</file>